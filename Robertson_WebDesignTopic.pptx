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2" r:id="rId2"/>
    <p:sldId id="256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son, Maxwell" userId="9c8e4ba5-7604-444a-8216-80f3db1cc045" providerId="ADAL" clId="{8F7E0920-41BC-4CC4-8781-2624EF6BA222}"/>
    <pc:docChg chg="undo custSel addSld delSld modSld sldOrd">
      <pc:chgData name="Robertson, Maxwell" userId="9c8e4ba5-7604-444a-8216-80f3db1cc045" providerId="ADAL" clId="{8F7E0920-41BC-4CC4-8781-2624EF6BA222}" dt="2025-11-07T13:17:04.839" v="1365" actId="20577"/>
      <pc:docMkLst>
        <pc:docMk/>
      </pc:docMkLst>
      <pc:sldChg chg="addSp delSp modSp mod">
        <pc:chgData name="Robertson, Maxwell" userId="9c8e4ba5-7604-444a-8216-80f3db1cc045" providerId="ADAL" clId="{8F7E0920-41BC-4CC4-8781-2624EF6BA222}" dt="2025-11-06T13:40:28.515" v="357" actId="20577"/>
        <pc:sldMkLst>
          <pc:docMk/>
          <pc:sldMk cId="1416475739" sldId="256"/>
        </pc:sldMkLst>
        <pc:spChg chg="del">
          <ac:chgData name="Robertson, Maxwell" userId="9c8e4ba5-7604-444a-8216-80f3db1cc045" providerId="ADAL" clId="{8F7E0920-41BC-4CC4-8781-2624EF6BA222}" dt="2025-11-06T13:20:36.033" v="42" actId="478"/>
          <ac:spMkLst>
            <pc:docMk/>
            <pc:sldMk cId="1416475739" sldId="256"/>
            <ac:spMk id="2" creationId="{D316FBF6-DAC3-44F0-A63B-6385D776D2CD}"/>
          </ac:spMkLst>
        </pc:spChg>
        <pc:spChg chg="del">
          <ac:chgData name="Robertson, Maxwell" userId="9c8e4ba5-7604-444a-8216-80f3db1cc045" providerId="ADAL" clId="{8F7E0920-41BC-4CC4-8781-2624EF6BA222}" dt="2025-11-06T13:20:42.370" v="44" actId="478"/>
          <ac:spMkLst>
            <pc:docMk/>
            <pc:sldMk cId="1416475739" sldId="256"/>
            <ac:spMk id="3" creationId="{D4EC9DFA-E448-40AD-99F4-6B31B56FD767}"/>
          </ac:spMkLst>
        </pc:spChg>
        <pc:spChg chg="add del">
          <ac:chgData name="Robertson, Maxwell" userId="9c8e4ba5-7604-444a-8216-80f3db1cc045" providerId="ADAL" clId="{8F7E0920-41BC-4CC4-8781-2624EF6BA222}" dt="2025-11-06T13:20:38.961" v="43" actId="478"/>
          <ac:spMkLst>
            <pc:docMk/>
            <pc:sldMk cId="1416475739" sldId="256"/>
            <ac:spMk id="5" creationId="{FAB2B0C6-079A-476A-8785-1CBFCF4AF4A9}"/>
          </ac:spMkLst>
        </pc:spChg>
        <pc:spChg chg="add mod">
          <ac:chgData name="Robertson, Maxwell" userId="9c8e4ba5-7604-444a-8216-80f3db1cc045" providerId="ADAL" clId="{8F7E0920-41BC-4CC4-8781-2624EF6BA222}" dt="2025-11-06T13:36:52.050" v="236" actId="120"/>
          <ac:spMkLst>
            <pc:docMk/>
            <pc:sldMk cId="1416475739" sldId="256"/>
            <ac:spMk id="6" creationId="{0EEEB2E5-C776-428F-898E-CC852E09EC8F}"/>
          </ac:spMkLst>
        </pc:spChg>
        <pc:spChg chg="add mod">
          <ac:chgData name="Robertson, Maxwell" userId="9c8e4ba5-7604-444a-8216-80f3db1cc045" providerId="ADAL" clId="{8F7E0920-41BC-4CC4-8781-2624EF6BA222}" dt="2025-11-06T13:36:56.445" v="237" actId="1076"/>
          <ac:spMkLst>
            <pc:docMk/>
            <pc:sldMk cId="1416475739" sldId="256"/>
            <ac:spMk id="7" creationId="{A41BB0FA-B08D-41F8-8682-3D3E2779EE8E}"/>
          </ac:spMkLst>
        </pc:spChg>
        <pc:spChg chg="add mod">
          <ac:chgData name="Robertson, Maxwell" userId="9c8e4ba5-7604-444a-8216-80f3db1cc045" providerId="ADAL" clId="{8F7E0920-41BC-4CC4-8781-2624EF6BA222}" dt="2025-11-06T13:40:28.515" v="357" actId="20577"/>
          <ac:spMkLst>
            <pc:docMk/>
            <pc:sldMk cId="1416475739" sldId="256"/>
            <ac:spMk id="8" creationId="{6056D833-C916-4392-991E-6E799A63AF14}"/>
          </ac:spMkLst>
        </pc:spChg>
      </pc:sldChg>
      <pc:sldChg chg="add del ord">
        <pc:chgData name="Robertson, Maxwell" userId="9c8e4ba5-7604-444a-8216-80f3db1cc045" providerId="ADAL" clId="{8F7E0920-41BC-4CC4-8781-2624EF6BA222}" dt="2025-11-06T13:20:47.127" v="47" actId="47"/>
        <pc:sldMkLst>
          <pc:docMk/>
          <pc:sldMk cId="255998255" sldId="257"/>
        </pc:sldMkLst>
      </pc:sldChg>
      <pc:sldChg chg="add del">
        <pc:chgData name="Robertson, Maxwell" userId="9c8e4ba5-7604-444a-8216-80f3db1cc045" providerId="ADAL" clId="{8F7E0920-41BC-4CC4-8781-2624EF6BA222}" dt="2025-11-06T13:20:47.127" v="47" actId="47"/>
        <pc:sldMkLst>
          <pc:docMk/>
          <pc:sldMk cId="468697644" sldId="258"/>
        </pc:sldMkLst>
      </pc:sldChg>
      <pc:sldChg chg="add del">
        <pc:chgData name="Robertson, Maxwell" userId="9c8e4ba5-7604-444a-8216-80f3db1cc045" providerId="ADAL" clId="{8F7E0920-41BC-4CC4-8781-2624EF6BA222}" dt="2025-11-06T13:20:47.127" v="47" actId="47"/>
        <pc:sldMkLst>
          <pc:docMk/>
          <pc:sldMk cId="1342386261" sldId="259"/>
        </pc:sldMkLst>
      </pc:sldChg>
      <pc:sldChg chg="add del">
        <pc:chgData name="Robertson, Maxwell" userId="9c8e4ba5-7604-444a-8216-80f3db1cc045" providerId="ADAL" clId="{8F7E0920-41BC-4CC4-8781-2624EF6BA222}" dt="2025-11-06T13:20:47.127" v="47" actId="47"/>
        <pc:sldMkLst>
          <pc:docMk/>
          <pc:sldMk cId="4045080194" sldId="260"/>
        </pc:sldMkLst>
      </pc:sldChg>
      <pc:sldChg chg="add del">
        <pc:chgData name="Robertson, Maxwell" userId="9c8e4ba5-7604-444a-8216-80f3db1cc045" providerId="ADAL" clId="{8F7E0920-41BC-4CC4-8781-2624EF6BA222}" dt="2025-11-06T13:20:47.127" v="47" actId="47"/>
        <pc:sldMkLst>
          <pc:docMk/>
          <pc:sldMk cId="966585518" sldId="261"/>
        </pc:sldMkLst>
      </pc:sldChg>
      <pc:sldChg chg="delSp modSp add mod ord">
        <pc:chgData name="Robertson, Maxwell" userId="9c8e4ba5-7604-444a-8216-80f3db1cc045" providerId="ADAL" clId="{8F7E0920-41BC-4CC4-8781-2624EF6BA222}" dt="2025-11-06T13:35:32.885" v="228"/>
        <pc:sldMkLst>
          <pc:docMk/>
          <pc:sldMk cId="2764936587" sldId="262"/>
        </pc:sldMkLst>
        <pc:spChg chg="mod">
          <ac:chgData name="Robertson, Maxwell" userId="9c8e4ba5-7604-444a-8216-80f3db1cc045" providerId="ADAL" clId="{8F7E0920-41BC-4CC4-8781-2624EF6BA222}" dt="2025-11-06T13:22:58.519" v="68" actId="1076"/>
          <ac:spMkLst>
            <pc:docMk/>
            <pc:sldMk cId="2764936587" sldId="262"/>
            <ac:spMk id="2" creationId="{D316FBF6-DAC3-44F0-A63B-6385D776D2CD}"/>
          </ac:spMkLst>
        </pc:spChg>
        <pc:spChg chg="mod">
          <ac:chgData name="Robertson, Maxwell" userId="9c8e4ba5-7604-444a-8216-80f3db1cc045" providerId="ADAL" clId="{8F7E0920-41BC-4CC4-8781-2624EF6BA222}" dt="2025-11-06T13:23:02.320" v="69" actId="1076"/>
          <ac:spMkLst>
            <pc:docMk/>
            <pc:sldMk cId="2764936587" sldId="262"/>
            <ac:spMk id="3" creationId="{D4EC9DFA-E448-40AD-99F4-6B31B56FD767}"/>
          </ac:spMkLst>
        </pc:spChg>
        <pc:spChg chg="del mod">
          <ac:chgData name="Robertson, Maxwell" userId="9c8e4ba5-7604-444a-8216-80f3db1cc045" providerId="ADAL" clId="{8F7E0920-41BC-4CC4-8781-2624EF6BA222}" dt="2025-11-06T13:19:44.608" v="14" actId="478"/>
          <ac:spMkLst>
            <pc:docMk/>
            <pc:sldMk cId="2764936587" sldId="262"/>
            <ac:spMk id="5" creationId="{FAB2B0C6-079A-476A-8785-1CBFCF4AF4A9}"/>
          </ac:spMkLst>
        </pc:spChg>
      </pc:sldChg>
      <pc:sldChg chg="addSp delSp modSp add mod">
        <pc:chgData name="Robertson, Maxwell" userId="9c8e4ba5-7604-444a-8216-80f3db1cc045" providerId="ADAL" clId="{8F7E0920-41BC-4CC4-8781-2624EF6BA222}" dt="2025-11-07T13:15:47.602" v="1304" actId="20577"/>
        <pc:sldMkLst>
          <pc:docMk/>
          <pc:sldMk cId="315460430" sldId="263"/>
        </pc:sldMkLst>
        <pc:spChg chg="add del">
          <ac:chgData name="Robertson, Maxwell" userId="9c8e4ba5-7604-444a-8216-80f3db1cc045" providerId="ADAL" clId="{8F7E0920-41BC-4CC4-8781-2624EF6BA222}" dt="2025-11-06T13:51:50.355" v="420"/>
          <ac:spMkLst>
            <pc:docMk/>
            <pc:sldMk cId="315460430" sldId="263"/>
            <ac:spMk id="2" creationId="{E1A0ADC7-06F0-462C-AEFC-CD4AAC07658F}"/>
          </ac:spMkLst>
        </pc:spChg>
        <pc:spChg chg="add del mod">
          <ac:chgData name="Robertson, Maxwell" userId="9c8e4ba5-7604-444a-8216-80f3db1cc045" providerId="ADAL" clId="{8F7E0920-41BC-4CC4-8781-2624EF6BA222}" dt="2025-11-06T13:51:49.440" v="418"/>
          <ac:spMkLst>
            <pc:docMk/>
            <pc:sldMk cId="315460430" sldId="263"/>
            <ac:spMk id="3" creationId="{A73BC567-0DFE-43A4-A55F-07CB607C9AD9}"/>
          </ac:spMkLst>
        </pc:spChg>
        <pc:spChg chg="add del">
          <ac:chgData name="Robertson, Maxwell" userId="9c8e4ba5-7604-444a-8216-80f3db1cc045" providerId="ADAL" clId="{8F7E0920-41BC-4CC4-8781-2624EF6BA222}" dt="2025-11-06T13:55:17.290" v="559"/>
          <ac:spMkLst>
            <pc:docMk/>
            <pc:sldMk cId="315460430" sldId="263"/>
            <ac:spMk id="4" creationId="{92B1434B-0C9F-4375-8127-3CD61889BE1A}"/>
          </ac:spMkLst>
        </pc:spChg>
        <pc:spChg chg="add del mod">
          <ac:chgData name="Robertson, Maxwell" userId="9c8e4ba5-7604-444a-8216-80f3db1cc045" providerId="ADAL" clId="{8F7E0920-41BC-4CC4-8781-2624EF6BA222}" dt="2025-11-06T13:55:16.810" v="558"/>
          <ac:spMkLst>
            <pc:docMk/>
            <pc:sldMk cId="315460430" sldId="263"/>
            <ac:spMk id="5" creationId="{14B03495-2DAB-49B0-9EAC-408AFA9465B5}"/>
          </ac:spMkLst>
        </pc:spChg>
        <pc:spChg chg="mod">
          <ac:chgData name="Robertson, Maxwell" userId="9c8e4ba5-7604-444a-8216-80f3db1cc045" providerId="ADAL" clId="{8F7E0920-41BC-4CC4-8781-2624EF6BA222}" dt="2025-11-06T13:44:16.548" v="410" actId="2711"/>
          <ac:spMkLst>
            <pc:docMk/>
            <pc:sldMk cId="315460430" sldId="263"/>
            <ac:spMk id="6" creationId="{0EEEB2E5-C776-428F-898E-CC852E09EC8F}"/>
          </ac:spMkLst>
        </pc:spChg>
        <pc:spChg chg="mod">
          <ac:chgData name="Robertson, Maxwell" userId="9c8e4ba5-7604-444a-8216-80f3db1cc045" providerId="ADAL" clId="{8F7E0920-41BC-4CC4-8781-2624EF6BA222}" dt="2025-11-07T13:15:47.602" v="1304" actId="20577"/>
          <ac:spMkLst>
            <pc:docMk/>
            <pc:sldMk cId="315460430" sldId="263"/>
            <ac:spMk id="7" creationId="{A41BB0FA-B08D-41F8-8682-3D3E2779EE8E}"/>
          </ac:spMkLst>
        </pc:spChg>
        <pc:spChg chg="del">
          <ac:chgData name="Robertson, Maxwell" userId="9c8e4ba5-7604-444a-8216-80f3db1cc045" providerId="ADAL" clId="{8F7E0920-41BC-4CC4-8781-2624EF6BA222}" dt="2025-11-06T13:42:27.033" v="407" actId="478"/>
          <ac:spMkLst>
            <pc:docMk/>
            <pc:sldMk cId="315460430" sldId="263"/>
            <ac:spMk id="8" creationId="{6056D833-C916-4392-991E-6E799A63AF14}"/>
          </ac:spMkLst>
        </pc:spChg>
      </pc:sldChg>
      <pc:sldChg chg="add del">
        <pc:chgData name="Robertson, Maxwell" userId="9c8e4ba5-7604-444a-8216-80f3db1cc045" providerId="ADAL" clId="{8F7E0920-41BC-4CC4-8781-2624EF6BA222}" dt="2025-11-06T13:40:54.284" v="358" actId="47"/>
        <pc:sldMkLst>
          <pc:docMk/>
          <pc:sldMk cId="1095276197" sldId="263"/>
        </pc:sldMkLst>
      </pc:sldChg>
      <pc:sldChg chg="addSp delSp modSp add mod">
        <pc:chgData name="Robertson, Maxwell" userId="9c8e4ba5-7604-444a-8216-80f3db1cc045" providerId="ADAL" clId="{8F7E0920-41BC-4CC4-8781-2624EF6BA222}" dt="2025-11-06T15:17:08.539" v="759" actId="14100"/>
        <pc:sldMkLst>
          <pc:docMk/>
          <pc:sldMk cId="13119256" sldId="264"/>
        </pc:sldMkLst>
        <pc:spChg chg="mod">
          <ac:chgData name="Robertson, Maxwell" userId="9c8e4ba5-7604-444a-8216-80f3db1cc045" providerId="ADAL" clId="{8F7E0920-41BC-4CC4-8781-2624EF6BA222}" dt="2025-11-06T14:14:25.803" v="582" actId="20577"/>
          <ac:spMkLst>
            <pc:docMk/>
            <pc:sldMk cId="13119256" sldId="264"/>
            <ac:spMk id="6" creationId="{0EEEB2E5-C776-428F-898E-CC852E09EC8F}"/>
          </ac:spMkLst>
        </pc:spChg>
        <pc:spChg chg="del">
          <ac:chgData name="Robertson, Maxwell" userId="9c8e4ba5-7604-444a-8216-80f3db1cc045" providerId="ADAL" clId="{8F7E0920-41BC-4CC4-8781-2624EF6BA222}" dt="2025-11-06T14:14:54.591" v="585" actId="478"/>
          <ac:spMkLst>
            <pc:docMk/>
            <pc:sldMk cId="13119256" sldId="264"/>
            <ac:spMk id="7" creationId="{A41BB0FA-B08D-41F8-8682-3D3E2779EE8E}"/>
          </ac:spMkLst>
        </pc:spChg>
        <pc:spChg chg="add del mod">
          <ac:chgData name="Robertson, Maxwell" userId="9c8e4ba5-7604-444a-8216-80f3db1cc045" providerId="ADAL" clId="{8F7E0920-41BC-4CC4-8781-2624EF6BA222}" dt="2025-11-06T14:27:53.443" v="744" actId="1076"/>
          <ac:spMkLst>
            <pc:docMk/>
            <pc:sldMk cId="13119256" sldId="264"/>
            <ac:spMk id="8" creationId="{6056D833-C916-4392-991E-6E799A63AF14}"/>
          </ac:spMkLst>
        </pc:spChg>
        <pc:graphicFrameChg chg="add del mod">
          <ac:chgData name="Robertson, Maxwell" userId="9c8e4ba5-7604-444a-8216-80f3db1cc045" providerId="ADAL" clId="{8F7E0920-41BC-4CC4-8781-2624EF6BA222}" dt="2025-11-06T14:11:05.874" v="579" actId="478"/>
          <ac:graphicFrameMkLst>
            <pc:docMk/>
            <pc:sldMk cId="13119256" sldId="264"/>
            <ac:graphicFrameMk id="2" creationId="{F656423F-1382-41A4-80CB-74FF4CD8FFE0}"/>
          </ac:graphicFrameMkLst>
        </pc:graphicFrameChg>
        <pc:picChg chg="add del mod">
          <ac:chgData name="Robertson, Maxwell" userId="9c8e4ba5-7604-444a-8216-80f3db1cc045" providerId="ADAL" clId="{8F7E0920-41BC-4CC4-8781-2624EF6BA222}" dt="2025-11-06T15:16:13.378" v="751" actId="478"/>
          <ac:picMkLst>
            <pc:docMk/>
            <pc:sldMk cId="13119256" sldId="264"/>
            <ac:picMk id="4" creationId="{E5D64176-012A-419F-844A-799A575D07E1}"/>
          </ac:picMkLst>
        </pc:picChg>
        <pc:picChg chg="add mod">
          <ac:chgData name="Robertson, Maxwell" userId="9c8e4ba5-7604-444a-8216-80f3db1cc045" providerId="ADAL" clId="{8F7E0920-41BC-4CC4-8781-2624EF6BA222}" dt="2025-11-06T15:17:08.539" v="759" actId="14100"/>
          <ac:picMkLst>
            <pc:docMk/>
            <pc:sldMk cId="13119256" sldId="264"/>
            <ac:picMk id="9" creationId="{7E064F56-2B29-491F-BF43-780088B95A31}"/>
          </ac:picMkLst>
        </pc:picChg>
        <pc:picChg chg="add mod">
          <ac:chgData name="Robertson, Maxwell" userId="9c8e4ba5-7604-444a-8216-80f3db1cc045" providerId="ADAL" clId="{8F7E0920-41BC-4CC4-8781-2624EF6BA222}" dt="2025-11-06T15:16:46.747" v="756" actId="14100"/>
          <ac:picMkLst>
            <pc:docMk/>
            <pc:sldMk cId="13119256" sldId="264"/>
            <ac:picMk id="11" creationId="{9F63A4FB-BDA7-4F71-A38F-635196B5EEA1}"/>
          </ac:picMkLst>
        </pc:picChg>
      </pc:sldChg>
      <pc:sldChg chg="add del">
        <pc:chgData name="Robertson, Maxwell" userId="9c8e4ba5-7604-444a-8216-80f3db1cc045" providerId="ADAL" clId="{8F7E0920-41BC-4CC4-8781-2624EF6BA222}" dt="2025-11-06T13:40:54.923" v="359" actId="47"/>
        <pc:sldMkLst>
          <pc:docMk/>
          <pc:sldMk cId="267988737" sldId="264"/>
        </pc:sldMkLst>
      </pc:sldChg>
      <pc:sldChg chg="addSp delSp modSp add mod">
        <pc:chgData name="Robertson, Maxwell" userId="9c8e4ba5-7604-444a-8216-80f3db1cc045" providerId="ADAL" clId="{8F7E0920-41BC-4CC4-8781-2624EF6BA222}" dt="2025-11-06T15:17:28.484" v="761" actId="1076"/>
        <pc:sldMkLst>
          <pc:docMk/>
          <pc:sldMk cId="1028740468" sldId="265"/>
        </pc:sldMkLst>
        <pc:spChg chg="mod">
          <ac:chgData name="Robertson, Maxwell" userId="9c8e4ba5-7604-444a-8216-80f3db1cc045" providerId="ADAL" clId="{8F7E0920-41BC-4CC4-8781-2624EF6BA222}" dt="2025-11-06T14:28:52.415" v="745"/>
          <ac:spMkLst>
            <pc:docMk/>
            <pc:sldMk cId="1028740468" sldId="265"/>
            <ac:spMk id="6" creationId="{0EEEB2E5-C776-428F-898E-CC852E09EC8F}"/>
          </ac:spMkLst>
        </pc:spChg>
        <pc:spChg chg="del">
          <ac:chgData name="Robertson, Maxwell" userId="9c8e4ba5-7604-444a-8216-80f3db1cc045" providerId="ADAL" clId="{8F7E0920-41BC-4CC4-8781-2624EF6BA222}" dt="2025-11-06T15:15:16.370" v="747" actId="478"/>
          <ac:spMkLst>
            <pc:docMk/>
            <pc:sldMk cId="1028740468" sldId="265"/>
            <ac:spMk id="7" creationId="{A41BB0FA-B08D-41F8-8682-3D3E2779EE8E}"/>
          </ac:spMkLst>
        </pc:spChg>
        <pc:spChg chg="del">
          <ac:chgData name="Robertson, Maxwell" userId="9c8e4ba5-7604-444a-8216-80f3db1cc045" providerId="ADAL" clId="{8F7E0920-41BC-4CC4-8781-2624EF6BA222}" dt="2025-11-06T15:15:22.833" v="750" actId="478"/>
          <ac:spMkLst>
            <pc:docMk/>
            <pc:sldMk cId="1028740468" sldId="265"/>
            <ac:spMk id="8" creationId="{6056D833-C916-4392-991E-6E799A63AF14}"/>
          </ac:spMkLst>
        </pc:spChg>
        <pc:picChg chg="add mod">
          <ac:chgData name="Robertson, Maxwell" userId="9c8e4ba5-7604-444a-8216-80f3db1cc045" providerId="ADAL" clId="{8F7E0920-41BC-4CC4-8781-2624EF6BA222}" dt="2025-11-06T15:17:28.484" v="761" actId="1076"/>
          <ac:picMkLst>
            <pc:docMk/>
            <pc:sldMk cId="1028740468" sldId="265"/>
            <ac:picMk id="3" creationId="{F41D2E64-B4A8-44A6-9E26-2308A579CA28}"/>
          </ac:picMkLst>
        </pc:picChg>
      </pc:sldChg>
      <pc:sldChg chg="add del">
        <pc:chgData name="Robertson, Maxwell" userId="9c8e4ba5-7604-444a-8216-80f3db1cc045" providerId="ADAL" clId="{8F7E0920-41BC-4CC4-8781-2624EF6BA222}" dt="2025-11-06T13:40:58.139" v="360" actId="47"/>
        <pc:sldMkLst>
          <pc:docMk/>
          <pc:sldMk cId="2405907423" sldId="265"/>
        </pc:sldMkLst>
      </pc:sldChg>
      <pc:sldChg chg="add del">
        <pc:chgData name="Robertson, Maxwell" userId="9c8e4ba5-7604-444a-8216-80f3db1cc045" providerId="ADAL" clId="{8F7E0920-41BC-4CC4-8781-2624EF6BA222}" dt="2025-11-06T13:40:58.668" v="361" actId="47"/>
        <pc:sldMkLst>
          <pc:docMk/>
          <pc:sldMk cId="2241721944" sldId="266"/>
        </pc:sldMkLst>
      </pc:sldChg>
      <pc:sldChg chg="addSp delSp modSp add mod">
        <pc:chgData name="Robertson, Maxwell" userId="9c8e4ba5-7604-444a-8216-80f3db1cc045" providerId="ADAL" clId="{8F7E0920-41BC-4CC4-8781-2624EF6BA222}" dt="2025-11-06T15:32:55.378" v="996" actId="1076"/>
        <pc:sldMkLst>
          <pc:docMk/>
          <pc:sldMk cId="2630569164" sldId="266"/>
        </pc:sldMkLst>
        <pc:spChg chg="add mod">
          <ac:chgData name="Robertson, Maxwell" userId="9c8e4ba5-7604-444a-8216-80f3db1cc045" providerId="ADAL" clId="{8F7E0920-41BC-4CC4-8781-2624EF6BA222}" dt="2025-11-06T15:32:55.378" v="996" actId="1076"/>
          <ac:spMkLst>
            <pc:docMk/>
            <pc:sldMk cId="2630569164" sldId="266"/>
            <ac:spMk id="5" creationId="{D5247F7D-A45E-4F1B-9292-AB16C1610D3F}"/>
          </ac:spMkLst>
        </pc:spChg>
        <pc:spChg chg="mod">
          <ac:chgData name="Robertson, Maxwell" userId="9c8e4ba5-7604-444a-8216-80f3db1cc045" providerId="ADAL" clId="{8F7E0920-41BC-4CC4-8781-2624EF6BA222}" dt="2025-11-06T15:18:02.239" v="766"/>
          <ac:spMkLst>
            <pc:docMk/>
            <pc:sldMk cId="2630569164" sldId="266"/>
            <ac:spMk id="6" creationId="{0EEEB2E5-C776-428F-898E-CC852E09EC8F}"/>
          </ac:spMkLst>
        </pc:spChg>
        <pc:spChg chg="add del mod">
          <ac:chgData name="Robertson, Maxwell" userId="9c8e4ba5-7604-444a-8216-80f3db1cc045" providerId="ADAL" clId="{8F7E0920-41BC-4CC4-8781-2624EF6BA222}" dt="2025-11-06T15:32:26.634" v="960" actId="313"/>
          <ac:spMkLst>
            <pc:docMk/>
            <pc:sldMk cId="2630569164" sldId="266"/>
            <ac:spMk id="7" creationId="{A41BB0FA-B08D-41F8-8682-3D3E2779EE8E}"/>
          </ac:spMkLst>
        </pc:spChg>
        <pc:spChg chg="mod">
          <ac:chgData name="Robertson, Maxwell" userId="9c8e4ba5-7604-444a-8216-80f3db1cc045" providerId="ADAL" clId="{8F7E0920-41BC-4CC4-8781-2624EF6BA222}" dt="2025-11-06T15:25:18.797" v="774"/>
          <ac:spMkLst>
            <pc:docMk/>
            <pc:sldMk cId="2630569164" sldId="266"/>
            <ac:spMk id="8" creationId="{6056D833-C916-4392-991E-6E799A63AF14}"/>
          </ac:spMkLst>
        </pc:spChg>
      </pc:sldChg>
      <pc:sldChg chg="delSp modSp add mod">
        <pc:chgData name="Robertson, Maxwell" userId="9c8e4ba5-7604-444a-8216-80f3db1cc045" providerId="ADAL" clId="{8F7E0920-41BC-4CC4-8781-2624EF6BA222}" dt="2025-11-07T13:17:04.839" v="1365" actId="20577"/>
        <pc:sldMkLst>
          <pc:docMk/>
          <pc:sldMk cId="2940015582" sldId="267"/>
        </pc:sldMkLst>
        <pc:spChg chg="mod">
          <ac:chgData name="Robertson, Maxwell" userId="9c8e4ba5-7604-444a-8216-80f3db1cc045" providerId="ADAL" clId="{8F7E0920-41BC-4CC4-8781-2624EF6BA222}" dt="2025-11-06T15:33:14.955" v="997"/>
          <ac:spMkLst>
            <pc:docMk/>
            <pc:sldMk cId="2940015582" sldId="267"/>
            <ac:spMk id="6" creationId="{0EEEB2E5-C776-428F-898E-CC852E09EC8F}"/>
          </ac:spMkLst>
        </pc:spChg>
        <pc:spChg chg="mod">
          <ac:chgData name="Robertson, Maxwell" userId="9c8e4ba5-7604-444a-8216-80f3db1cc045" providerId="ADAL" clId="{8F7E0920-41BC-4CC4-8781-2624EF6BA222}" dt="2025-11-07T13:17:04.839" v="1365" actId="20577"/>
          <ac:spMkLst>
            <pc:docMk/>
            <pc:sldMk cId="2940015582" sldId="267"/>
            <ac:spMk id="7" creationId="{A41BB0FA-B08D-41F8-8682-3D3E2779EE8E}"/>
          </ac:spMkLst>
        </pc:spChg>
        <pc:spChg chg="del mod">
          <ac:chgData name="Robertson, Maxwell" userId="9c8e4ba5-7604-444a-8216-80f3db1cc045" providerId="ADAL" clId="{8F7E0920-41BC-4CC4-8781-2624EF6BA222}" dt="2025-11-07T13:08:36.221" v="1126" actId="478"/>
          <ac:spMkLst>
            <pc:docMk/>
            <pc:sldMk cId="2940015582" sldId="267"/>
            <ac:spMk id="8" creationId="{6056D833-C916-4392-991E-6E799A63AF14}"/>
          </ac:spMkLst>
        </pc:spChg>
      </pc:sldChg>
      <pc:sldChg chg="add del">
        <pc:chgData name="Robertson, Maxwell" userId="9c8e4ba5-7604-444a-8216-80f3db1cc045" providerId="ADAL" clId="{8F7E0920-41BC-4CC4-8781-2624EF6BA222}" dt="2025-11-06T13:40:59.372" v="362" actId="47"/>
        <pc:sldMkLst>
          <pc:docMk/>
          <pc:sldMk cId="3473782846" sldId="267"/>
        </pc:sldMkLst>
      </pc:sldChg>
      <pc:sldChg chg="add del">
        <pc:chgData name="Robertson, Maxwell" userId="9c8e4ba5-7604-444a-8216-80f3db1cc045" providerId="ADAL" clId="{8F7E0920-41BC-4CC4-8781-2624EF6BA222}" dt="2025-11-06T13:41:12.433" v="369" actId="47"/>
        <pc:sldMkLst>
          <pc:docMk/>
          <pc:sldMk cId="1538426227" sldId="268"/>
        </pc:sldMkLst>
      </pc:sldChg>
      <pc:sldMasterChg chg="addSldLayout delSldLayout modSldLayout">
        <pc:chgData name="Robertson, Maxwell" userId="9c8e4ba5-7604-444a-8216-80f3db1cc045" providerId="ADAL" clId="{8F7E0920-41BC-4CC4-8781-2624EF6BA222}" dt="2025-11-06T13:34:33.984" v="223" actId="11236"/>
        <pc:sldMasterMkLst>
          <pc:docMk/>
          <pc:sldMasterMk cId="770259401" sldId="2147483696"/>
        </pc:sldMasterMkLst>
        <pc:sldLayoutChg chg="add del">
          <pc:chgData name="Robertson, Maxwell" userId="9c8e4ba5-7604-444a-8216-80f3db1cc045" providerId="ADAL" clId="{8F7E0920-41BC-4CC4-8781-2624EF6BA222}" dt="2025-11-06T13:34:31.335" v="219" actId="2696"/>
          <pc:sldLayoutMkLst>
            <pc:docMk/>
            <pc:sldMasterMk cId="770259401" sldId="2147483696"/>
            <pc:sldLayoutMk cId="1213793092" sldId="2147483699"/>
          </pc:sldLayoutMkLst>
        </pc:sldLayoutChg>
        <pc:sldLayoutChg chg="new add del mod">
          <pc:chgData name="Robertson, Maxwell" userId="9c8e4ba5-7604-444a-8216-80f3db1cc045" providerId="ADAL" clId="{8F7E0920-41BC-4CC4-8781-2624EF6BA222}" dt="2025-11-06T13:34:33.984" v="223" actId="11236"/>
          <pc:sldLayoutMkLst>
            <pc:docMk/>
            <pc:sldMasterMk cId="770259401" sldId="2147483696"/>
            <pc:sldLayoutMk cId="3146263337" sldId="2147483714"/>
          </pc:sldLayoutMkLst>
        </pc:sldLayoutChg>
        <pc:sldLayoutChg chg="new add del mod">
          <pc:chgData name="Robertson, Maxwell" userId="9c8e4ba5-7604-444a-8216-80f3db1cc045" providerId="ADAL" clId="{8F7E0920-41BC-4CC4-8781-2624EF6BA222}" dt="2025-11-06T13:34:33.187" v="222" actId="11236"/>
          <pc:sldLayoutMkLst>
            <pc:docMk/>
            <pc:sldMasterMk cId="770259401" sldId="2147483696"/>
            <pc:sldLayoutMk cId="3503929533" sldId="2147483715"/>
          </pc:sldLayoutMkLst>
        </pc:sldLayoutChg>
        <pc:sldLayoutChg chg="new add del mod">
          <pc:chgData name="Robertson, Maxwell" userId="9c8e4ba5-7604-444a-8216-80f3db1cc045" providerId="ADAL" clId="{8F7E0920-41BC-4CC4-8781-2624EF6BA222}" dt="2025-11-06T13:34:32.158" v="221" actId="11236"/>
          <pc:sldLayoutMkLst>
            <pc:docMk/>
            <pc:sldMasterMk cId="770259401" sldId="2147483696"/>
            <pc:sldLayoutMk cId="232366806" sldId="214748371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75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2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9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2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3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3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2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81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59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0124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10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98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48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88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3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AD073BF-036D-4083-9B5D-34F7923CE0F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9C4F9DB-D7E9-4D51-911C-98A493804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9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FBF6-DAC3-44F0-A63B-6385D776D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324" y="530352"/>
            <a:ext cx="10055352" cy="299923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effectLst/>
                <a:latin typeface="-apple-system"/>
              </a:rPr>
              <a:t>JavaScript </a:t>
            </a:r>
            <a:br>
              <a:rPr lang="en-US" b="1" i="0" dirty="0">
                <a:effectLst/>
                <a:latin typeface="-apple-system"/>
              </a:rPr>
            </a:br>
            <a:r>
              <a:rPr lang="en-US" b="1" i="0" dirty="0">
                <a:effectLst/>
                <a:latin typeface="-apple-system"/>
              </a:rPr>
              <a:t>Variables and </a:t>
            </a:r>
            <a:br>
              <a:rPr lang="en-US" b="1" i="0" dirty="0">
                <a:effectLst/>
                <a:latin typeface="-apple-system"/>
              </a:rPr>
            </a:br>
            <a:r>
              <a:rPr lang="en-US" b="1" i="0" dirty="0">
                <a:effectLst/>
                <a:latin typeface="-apple-system"/>
              </a:rPr>
              <a:t>Data 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C9DFA-E448-40AD-99F4-6B31B56FD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7919"/>
            <a:ext cx="9144000" cy="754025"/>
          </a:xfrm>
        </p:spPr>
        <p:txBody>
          <a:bodyPr/>
          <a:lstStyle/>
          <a:p>
            <a:pPr algn="ctr"/>
            <a:r>
              <a:rPr lang="en-US" dirty="0"/>
              <a:t>By: Maxwell Robertson</a:t>
            </a:r>
          </a:p>
        </p:txBody>
      </p:sp>
    </p:spTree>
    <p:extLst>
      <p:ext uri="{BB962C8B-B14F-4D97-AF65-F5344CB8AC3E}">
        <p14:creationId xmlns:p14="http://schemas.microsoft.com/office/powerpoint/2010/main" val="276493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effectLst/>
                <a:latin typeface="Bahnschrift Light SemiCondensed" panose="020B0502040204020203" pitchFamily="34" charset="0"/>
              </a:rPr>
              <a:t>Definition and Purpose</a:t>
            </a:r>
            <a:endParaRPr lang="en-US" sz="60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BB0FA-B08D-41F8-8682-3D3E2779EE8E}"/>
              </a:ext>
            </a:extLst>
          </p:cNvPr>
          <p:cNvSpPr txBox="1"/>
          <p:nvPr/>
        </p:nvSpPr>
        <p:spPr>
          <a:xfrm>
            <a:off x="303276" y="1797784"/>
            <a:ext cx="6355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Variables are labeled containers that store information in a program. They are fundamental for storing and manipulating data, allowing values to be assigned using keywords like let (for changeable values) or const (for constant values).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6D833-C916-4392-991E-6E799A63AF14}"/>
              </a:ext>
            </a:extLst>
          </p:cNvPr>
          <p:cNvSpPr txBox="1"/>
          <p:nvPr/>
        </p:nvSpPr>
        <p:spPr>
          <a:xfrm>
            <a:off x="303276" y="3504664"/>
            <a:ext cx="6355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purpose of the variables are to store and change data, preform mathematical equations, reuse values.</a:t>
            </a:r>
          </a:p>
        </p:txBody>
      </p:sp>
    </p:spTree>
    <p:extLst>
      <p:ext uri="{BB962C8B-B14F-4D97-AF65-F5344CB8AC3E}">
        <p14:creationId xmlns:p14="http://schemas.microsoft.com/office/powerpoint/2010/main" val="141647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solidFill>
                  <a:srgbClr val="FFFFFF"/>
                </a:solidFill>
                <a:effectLst/>
                <a:latin typeface="Bahnschrift Light SemiCondensed" panose="020B0502040204020203" pitchFamily="34" charset="0"/>
              </a:rPr>
              <a:t>Key Terms &amp; Elements</a:t>
            </a:r>
            <a:endParaRPr lang="en-US" sz="595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BB0FA-B08D-41F8-8682-3D3E2779EE8E}"/>
              </a:ext>
            </a:extLst>
          </p:cNvPr>
          <p:cNvSpPr txBox="1"/>
          <p:nvPr/>
        </p:nvSpPr>
        <p:spPr>
          <a:xfrm>
            <a:off x="303276" y="1797784"/>
            <a:ext cx="63550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Let is used when the value can change over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 is used when the variable never changes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Var is more outdated and is used in older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Default to const (safer, prevents accidental changes).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Strings are text data types (with quotes).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Numbers are numeric data (no quotes).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Boolean is true or false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Template Literal are modern string format using backticks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Concatenation joins strings together</a:t>
            </a:r>
          </a:p>
        </p:txBody>
      </p:sp>
    </p:spTree>
    <p:extLst>
      <p:ext uri="{BB962C8B-B14F-4D97-AF65-F5344CB8AC3E}">
        <p14:creationId xmlns:p14="http://schemas.microsoft.com/office/powerpoint/2010/main" val="31546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effectLst/>
                <a:latin typeface="Bahnschrift Light SemiCondensed" panose="020B0502040204020203" pitchFamily="34" charset="0"/>
              </a:rPr>
              <a:t>Visual Example / Code Snippet</a:t>
            </a:r>
            <a:endParaRPr lang="en-US" sz="6000" dirty="0">
              <a:latin typeface="Bahnschrift Light Semi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6D833-C916-4392-991E-6E799A63AF14}"/>
              </a:ext>
            </a:extLst>
          </p:cNvPr>
          <p:cNvSpPr txBox="1"/>
          <p:nvPr/>
        </p:nvSpPr>
        <p:spPr>
          <a:xfrm>
            <a:off x="141351" y="4019632"/>
            <a:ext cx="8072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 is used for the age because the variable can change. Const is used for the birth year because the variable cant change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4F56-2B29-491F-BF43-780088B9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1" y="3196489"/>
            <a:ext cx="9635883" cy="619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3A4FB-BDA7-4F71-A38F-635196B5E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1" y="1910435"/>
            <a:ext cx="963588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effectLst/>
                <a:latin typeface="Bahnschrift Light SemiCondensed" panose="020B0502040204020203" pitchFamily="34" charset="0"/>
              </a:rPr>
              <a:t>Applied Example</a:t>
            </a:r>
            <a:endParaRPr lang="en-US" sz="6000" dirty="0">
              <a:latin typeface="Bahnschrift Light SemiCondensed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D2E64-B4A8-44A6-9E26-2308A579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1" y="1880466"/>
            <a:ext cx="7392810" cy="242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4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effectLst/>
                <a:latin typeface="Bahnschrift Light SemiCondensed" panose="020B0502040204020203" pitchFamily="34" charset="0"/>
              </a:rPr>
              <a:t>Common Mistakes / Tips</a:t>
            </a:r>
            <a:endParaRPr lang="en-US" sz="60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BB0FA-B08D-41F8-8682-3D3E2779EE8E}"/>
              </a:ext>
            </a:extLst>
          </p:cNvPr>
          <p:cNvSpPr txBox="1"/>
          <p:nvPr/>
        </p:nvSpPr>
        <p:spPr>
          <a:xfrm>
            <a:off x="303276" y="1797784"/>
            <a:ext cx="3537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Putting quotes on numbers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Reassigning a const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Mismatched “quotes’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6D833-C916-4392-991E-6E799A63AF14}"/>
              </a:ext>
            </a:extLst>
          </p:cNvPr>
          <p:cNvSpPr txBox="1"/>
          <p:nvPr/>
        </p:nvSpPr>
        <p:spPr>
          <a:xfrm>
            <a:off x="303276" y="3504664"/>
            <a:ext cx="6355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JavaScript is strict about how variables are named, leading to errors that are difficult to spot.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47F7D-A45E-4F1B-9292-AB16C1610D3F}"/>
              </a:ext>
            </a:extLst>
          </p:cNvPr>
          <p:cNvSpPr txBox="1"/>
          <p:nvPr/>
        </p:nvSpPr>
        <p:spPr>
          <a:xfrm>
            <a:off x="3840480" y="1794199"/>
            <a:ext cx="6155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Numbers must be naked. Only strings use quotes.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Only use let if the variable will change later.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Quotes must match in order to work.</a:t>
            </a:r>
          </a:p>
        </p:txBody>
      </p:sp>
    </p:spTree>
    <p:extLst>
      <p:ext uri="{BB962C8B-B14F-4D97-AF65-F5344CB8AC3E}">
        <p14:creationId xmlns:p14="http://schemas.microsoft.com/office/powerpoint/2010/main" val="263056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EEB2E5-C776-428F-898E-CC852E09E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1" y="497230"/>
            <a:ext cx="10062210" cy="978408"/>
          </a:xfrm>
        </p:spPr>
        <p:txBody>
          <a:bodyPr>
            <a:noAutofit/>
          </a:bodyPr>
          <a:lstStyle/>
          <a:p>
            <a:pPr algn="l"/>
            <a:r>
              <a:rPr lang="en-US" sz="6000" b="1" i="0" dirty="0">
                <a:effectLst/>
                <a:latin typeface="Bahnschrift Light SemiCondensed" panose="020B0502040204020203" pitchFamily="34" charset="0"/>
              </a:rPr>
              <a:t>Key Takeaways</a:t>
            </a:r>
            <a:endParaRPr lang="en-US" sz="60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BB0FA-B08D-41F8-8682-3D3E2779EE8E}"/>
              </a:ext>
            </a:extLst>
          </p:cNvPr>
          <p:cNvSpPr txBox="1"/>
          <p:nvPr/>
        </p:nvSpPr>
        <p:spPr>
          <a:xfrm>
            <a:off x="303276" y="1797784"/>
            <a:ext cx="6355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Only use let if the variable will change and const if the variable wont change.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purpose of the variables are to store and change data, preform mathematical equations, reuse values.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3 main types of data are Strings, Numbers, and Booleans.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001558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154</TotalTime>
  <Words>295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Bahnschrift Light SemiCondensed</vt:lpstr>
      <vt:lpstr>Corbel</vt:lpstr>
      <vt:lpstr>Depth</vt:lpstr>
      <vt:lpstr>JavaScript  Variables and  Data Types</vt:lpstr>
      <vt:lpstr>Definition and Purpose</vt:lpstr>
      <vt:lpstr>Key Terms &amp; Elements</vt:lpstr>
      <vt:lpstr>Visual Example / Code Snippet</vt:lpstr>
      <vt:lpstr>Applied Example</vt:lpstr>
      <vt:lpstr>Common Mistakes / Tips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Robertson, Maxwell</dc:creator>
  <cp:lastModifiedBy>Robertson, Maxwell</cp:lastModifiedBy>
  <cp:revision>11</cp:revision>
  <dcterms:created xsi:type="dcterms:W3CDTF">2025-11-06T13:11:54Z</dcterms:created>
  <dcterms:modified xsi:type="dcterms:W3CDTF">2025-11-07T13:19:26Z</dcterms:modified>
</cp:coreProperties>
</file>