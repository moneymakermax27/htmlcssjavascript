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60517" autoAdjust="0"/>
  </p:normalViewPr>
  <p:slideViewPr>
    <p:cSldViewPr snapToGrid="0">
      <p:cViewPr varScale="1">
        <p:scale>
          <a:sx n="66" d="100"/>
          <a:sy n="66" d="100"/>
        </p:scale>
        <p:origin x="15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son, Maxwell" userId="9c8e4ba5-7604-444a-8216-80f3db1cc045" providerId="ADAL" clId="{4C4EF8E2-428F-40BA-BE98-0F4BE6306E07}"/>
    <pc:docChg chg="undo custSel addSld delSld modSld sldOrd">
      <pc:chgData name="Robertson, Maxwell" userId="9c8e4ba5-7604-444a-8216-80f3db1cc045" providerId="ADAL" clId="{4C4EF8E2-428F-40BA-BE98-0F4BE6306E07}" dt="2025-11-05T14:13:09.995" v="597"/>
      <pc:docMkLst>
        <pc:docMk/>
      </pc:docMkLst>
      <pc:sldChg chg="modSp mod ord modTransition">
        <pc:chgData name="Robertson, Maxwell" userId="9c8e4ba5-7604-444a-8216-80f3db1cc045" providerId="ADAL" clId="{4C4EF8E2-428F-40BA-BE98-0F4BE6306E07}" dt="2025-11-05T14:13:09.995" v="597"/>
        <pc:sldMkLst>
          <pc:docMk/>
          <pc:sldMk cId="1578837414" sldId="256"/>
        </pc:sldMkLst>
        <pc:spChg chg="mod">
          <ac:chgData name="Robertson, Maxwell" userId="9c8e4ba5-7604-444a-8216-80f3db1cc045" providerId="ADAL" clId="{4C4EF8E2-428F-40BA-BE98-0F4BE6306E07}" dt="2025-11-05T13:32:57.080" v="549" actId="20577"/>
          <ac:spMkLst>
            <pc:docMk/>
            <pc:sldMk cId="1578837414" sldId="256"/>
            <ac:spMk id="2" creationId="{67274E9A-1653-4711-9AC8-1AA548D6C4BC}"/>
          </ac:spMkLst>
        </pc:spChg>
        <pc:spChg chg="mod">
          <ac:chgData name="Robertson, Maxwell" userId="9c8e4ba5-7604-444a-8216-80f3db1cc045" providerId="ADAL" clId="{4C4EF8E2-428F-40BA-BE98-0F4BE6306E07}" dt="2025-11-04T13:57:45.090" v="46" actId="20577"/>
          <ac:spMkLst>
            <pc:docMk/>
            <pc:sldMk cId="1578837414" sldId="256"/>
            <ac:spMk id="3" creationId="{66057ADB-53AC-45E2-BAFF-686E52EE9E30}"/>
          </ac:spMkLst>
        </pc:spChg>
      </pc:sldChg>
      <pc:sldChg chg="addSp delSp modSp add mod modTransition modNotesTx">
        <pc:chgData name="Robertson, Maxwell" userId="9c8e4ba5-7604-444a-8216-80f3db1cc045" providerId="ADAL" clId="{4C4EF8E2-428F-40BA-BE98-0F4BE6306E07}" dt="2025-11-05T14:13:09.995" v="597"/>
        <pc:sldMkLst>
          <pc:docMk/>
          <pc:sldMk cId="1977324272" sldId="257"/>
        </pc:sldMkLst>
        <pc:spChg chg="mod">
          <ac:chgData name="Robertson, Maxwell" userId="9c8e4ba5-7604-444a-8216-80f3db1cc045" providerId="ADAL" clId="{4C4EF8E2-428F-40BA-BE98-0F4BE6306E07}" dt="2025-11-04T14:23:29.382" v="360" actId="14100"/>
          <ac:spMkLst>
            <pc:docMk/>
            <pc:sldMk cId="1977324272" sldId="257"/>
            <ac:spMk id="2" creationId="{67274E9A-1653-4711-9AC8-1AA548D6C4BC}"/>
          </ac:spMkLst>
        </pc:spChg>
        <pc:spChg chg="del mod">
          <ac:chgData name="Robertson, Maxwell" userId="9c8e4ba5-7604-444a-8216-80f3db1cc045" providerId="ADAL" clId="{4C4EF8E2-428F-40BA-BE98-0F4BE6306E07}" dt="2025-11-04T13:59:04.127" v="69" actId="478"/>
          <ac:spMkLst>
            <pc:docMk/>
            <pc:sldMk cId="1977324272" sldId="257"/>
            <ac:spMk id="3" creationId="{66057ADB-53AC-45E2-BAFF-686E52EE9E30}"/>
          </ac:spMkLst>
        </pc:spChg>
        <pc:spChg chg="add mod">
          <ac:chgData name="Robertson, Maxwell" userId="9c8e4ba5-7604-444a-8216-80f3db1cc045" providerId="ADAL" clId="{4C4EF8E2-428F-40BA-BE98-0F4BE6306E07}" dt="2025-11-04T15:07:54.418" v="482"/>
          <ac:spMkLst>
            <pc:docMk/>
            <pc:sldMk cId="1977324272" sldId="257"/>
            <ac:spMk id="4" creationId="{E4A29B85-0122-4C7E-8920-D90DB8CA57A0}"/>
          </ac:spMkLst>
        </pc:spChg>
        <pc:spChg chg="add del mod">
          <ac:chgData name="Robertson, Maxwell" userId="9c8e4ba5-7604-444a-8216-80f3db1cc045" providerId="ADAL" clId="{4C4EF8E2-428F-40BA-BE98-0F4BE6306E07}" dt="2025-11-04T14:10:26.408" v="182" actId="478"/>
          <ac:spMkLst>
            <pc:docMk/>
            <pc:sldMk cId="1977324272" sldId="257"/>
            <ac:spMk id="6" creationId="{7ABA063A-8250-4664-B154-F0A5D42686A4}"/>
          </ac:spMkLst>
        </pc:spChg>
      </pc:sldChg>
      <pc:sldChg chg="addSp delSp modSp add del mod modTransition modNotesTx">
        <pc:chgData name="Robertson, Maxwell" userId="9c8e4ba5-7604-444a-8216-80f3db1cc045" providerId="ADAL" clId="{4C4EF8E2-428F-40BA-BE98-0F4BE6306E07}" dt="2025-11-05T14:13:09.995" v="597"/>
        <pc:sldMkLst>
          <pc:docMk/>
          <pc:sldMk cId="2534990858" sldId="258"/>
        </pc:sldMkLst>
        <pc:spChg chg="del mod">
          <ac:chgData name="Robertson, Maxwell" userId="9c8e4ba5-7604-444a-8216-80f3db1cc045" providerId="ADAL" clId="{4C4EF8E2-428F-40BA-BE98-0F4BE6306E07}" dt="2025-11-04T14:06:38.840" v="135" actId="478"/>
          <ac:spMkLst>
            <pc:docMk/>
            <pc:sldMk cId="2534990858" sldId="258"/>
            <ac:spMk id="2" creationId="{67274E9A-1653-4711-9AC8-1AA548D6C4BC}"/>
          </ac:spMkLst>
        </pc:spChg>
        <pc:spChg chg="del mod">
          <ac:chgData name="Robertson, Maxwell" userId="9c8e4ba5-7604-444a-8216-80f3db1cc045" providerId="ADAL" clId="{4C4EF8E2-428F-40BA-BE98-0F4BE6306E07}" dt="2025-11-04T14:08:44.230" v="175" actId="478"/>
          <ac:spMkLst>
            <pc:docMk/>
            <pc:sldMk cId="2534990858" sldId="258"/>
            <ac:spMk id="4" creationId="{E4A29B85-0122-4C7E-8920-D90DB8CA57A0}"/>
          </ac:spMkLst>
        </pc:spChg>
        <pc:spChg chg="add del mod">
          <ac:chgData name="Robertson, Maxwell" userId="9c8e4ba5-7604-444a-8216-80f3db1cc045" providerId="ADAL" clId="{4C4EF8E2-428F-40BA-BE98-0F4BE6306E07}" dt="2025-11-04T14:06:53.239" v="138" actId="478"/>
          <ac:spMkLst>
            <pc:docMk/>
            <pc:sldMk cId="2534990858" sldId="258"/>
            <ac:spMk id="5" creationId="{C8326C4C-0944-4F38-B6EA-33FB915798E1}"/>
          </ac:spMkLst>
        </pc:spChg>
        <pc:spChg chg="del mod">
          <ac:chgData name="Robertson, Maxwell" userId="9c8e4ba5-7604-444a-8216-80f3db1cc045" providerId="ADAL" clId="{4C4EF8E2-428F-40BA-BE98-0F4BE6306E07}" dt="2025-11-04T14:08:44.232" v="177"/>
          <ac:spMkLst>
            <pc:docMk/>
            <pc:sldMk cId="2534990858" sldId="258"/>
            <ac:spMk id="6" creationId="{7ABA063A-8250-4664-B154-F0A5D42686A4}"/>
          </ac:spMkLst>
        </pc:spChg>
        <pc:spChg chg="add mod">
          <ac:chgData name="Robertson, Maxwell" userId="9c8e4ba5-7604-444a-8216-80f3db1cc045" providerId="ADAL" clId="{4C4EF8E2-428F-40BA-BE98-0F4BE6306E07}" dt="2025-11-04T14:16:22.987" v="267" actId="120"/>
          <ac:spMkLst>
            <pc:docMk/>
            <pc:sldMk cId="2534990858" sldId="258"/>
            <ac:spMk id="7" creationId="{6209D773-746F-453F-9503-1358EF856316}"/>
          </ac:spMkLst>
        </pc:spChg>
        <pc:spChg chg="add del">
          <ac:chgData name="Robertson, Maxwell" userId="9c8e4ba5-7604-444a-8216-80f3db1cc045" providerId="ADAL" clId="{4C4EF8E2-428F-40BA-BE98-0F4BE6306E07}" dt="2025-11-04T14:08:37.050" v="173"/>
          <ac:spMkLst>
            <pc:docMk/>
            <pc:sldMk cId="2534990858" sldId="258"/>
            <ac:spMk id="8" creationId="{0D0C0BF4-AA9F-45FA-BA29-EE4EF371D777}"/>
          </ac:spMkLst>
        </pc:spChg>
        <pc:spChg chg="add del">
          <ac:chgData name="Robertson, Maxwell" userId="9c8e4ba5-7604-444a-8216-80f3db1cc045" providerId="ADAL" clId="{4C4EF8E2-428F-40BA-BE98-0F4BE6306E07}" dt="2025-11-04T14:08:44.230" v="175" actId="478"/>
          <ac:spMkLst>
            <pc:docMk/>
            <pc:sldMk cId="2534990858" sldId="258"/>
            <ac:spMk id="9" creationId="{2DA63FE4-39B5-45DB-AD39-8E9269782908}"/>
          </ac:spMkLst>
        </pc:spChg>
        <pc:spChg chg="add del mod">
          <ac:chgData name="Robertson, Maxwell" userId="9c8e4ba5-7604-444a-8216-80f3db1cc045" providerId="ADAL" clId="{4C4EF8E2-428F-40BA-BE98-0F4BE6306E07}" dt="2025-11-04T14:09:01.960" v="180" actId="478"/>
          <ac:spMkLst>
            <pc:docMk/>
            <pc:sldMk cId="2534990858" sldId="258"/>
            <ac:spMk id="10" creationId="{212D7A47-CA7F-44CF-849D-AE7FD9EC1B7B}"/>
          </ac:spMkLst>
        </pc:spChg>
        <pc:spChg chg="add del">
          <ac:chgData name="Robertson, Maxwell" userId="9c8e4ba5-7604-444a-8216-80f3db1cc045" providerId="ADAL" clId="{4C4EF8E2-428F-40BA-BE98-0F4BE6306E07}" dt="2025-11-04T14:09:01.960" v="180" actId="478"/>
          <ac:spMkLst>
            <pc:docMk/>
            <pc:sldMk cId="2534990858" sldId="258"/>
            <ac:spMk id="11" creationId="{34B48F93-9E4F-4DCE-A9FF-58B6D2BA43E4}"/>
          </ac:spMkLst>
        </pc:spChg>
        <pc:spChg chg="add mod">
          <ac:chgData name="Robertson, Maxwell" userId="9c8e4ba5-7604-444a-8216-80f3db1cc045" providerId="ADAL" clId="{4C4EF8E2-428F-40BA-BE98-0F4BE6306E07}" dt="2025-11-04T15:10:52.153" v="500" actId="113"/>
          <ac:spMkLst>
            <pc:docMk/>
            <pc:sldMk cId="2534990858" sldId="258"/>
            <ac:spMk id="12" creationId="{BBC8FCDD-44DC-4E68-A7EA-707C9BC09847}"/>
          </ac:spMkLst>
        </pc:spChg>
      </pc:sldChg>
      <pc:sldChg chg="addSp delSp modSp new mod modTransition modNotesTx">
        <pc:chgData name="Robertson, Maxwell" userId="9c8e4ba5-7604-444a-8216-80f3db1cc045" providerId="ADAL" clId="{4C4EF8E2-428F-40BA-BE98-0F4BE6306E07}" dt="2025-11-05T14:13:09.995" v="597"/>
        <pc:sldMkLst>
          <pc:docMk/>
          <pc:sldMk cId="2223053478" sldId="259"/>
        </pc:sldMkLst>
        <pc:spChg chg="del">
          <ac:chgData name="Robertson, Maxwell" userId="9c8e4ba5-7604-444a-8216-80f3db1cc045" providerId="ADAL" clId="{4C4EF8E2-428F-40BA-BE98-0F4BE6306E07}" dt="2025-11-04T14:16:16.008" v="265" actId="478"/>
          <ac:spMkLst>
            <pc:docMk/>
            <pc:sldMk cId="2223053478" sldId="259"/>
            <ac:spMk id="2" creationId="{9CD8E98F-63AB-40FB-BE26-A91F2310AA7C}"/>
          </ac:spMkLst>
        </pc:spChg>
        <pc:spChg chg="del">
          <ac:chgData name="Robertson, Maxwell" userId="9c8e4ba5-7604-444a-8216-80f3db1cc045" providerId="ADAL" clId="{4C4EF8E2-428F-40BA-BE98-0F4BE6306E07}" dt="2025-11-04T14:16:17.303" v="266" actId="478"/>
          <ac:spMkLst>
            <pc:docMk/>
            <pc:sldMk cId="2223053478" sldId="259"/>
            <ac:spMk id="3" creationId="{77084DBB-7629-4549-8479-BE51B73383E5}"/>
          </ac:spMkLst>
        </pc:spChg>
        <pc:spChg chg="add mod">
          <ac:chgData name="Robertson, Maxwell" userId="9c8e4ba5-7604-444a-8216-80f3db1cc045" providerId="ADAL" clId="{4C4EF8E2-428F-40BA-BE98-0F4BE6306E07}" dt="2025-11-04T14:17:41.415" v="298" actId="14100"/>
          <ac:spMkLst>
            <pc:docMk/>
            <pc:sldMk cId="2223053478" sldId="259"/>
            <ac:spMk id="4" creationId="{A21FABFB-6904-47D9-8C90-7F0DFE162A50}"/>
          </ac:spMkLst>
        </pc:spChg>
        <pc:spChg chg="add mod">
          <ac:chgData name="Robertson, Maxwell" userId="9c8e4ba5-7604-444a-8216-80f3db1cc045" providerId="ADAL" clId="{4C4EF8E2-428F-40BA-BE98-0F4BE6306E07}" dt="2025-11-04T15:30:43.202" v="509" actId="20577"/>
          <ac:spMkLst>
            <pc:docMk/>
            <pc:sldMk cId="2223053478" sldId="259"/>
            <ac:spMk id="5" creationId="{5036D112-C0CE-480C-B09E-B1DB2DB70F25}"/>
          </ac:spMkLst>
        </pc:spChg>
        <pc:spChg chg="add del mod">
          <ac:chgData name="Robertson, Maxwell" userId="9c8e4ba5-7604-444a-8216-80f3db1cc045" providerId="ADAL" clId="{4C4EF8E2-428F-40BA-BE98-0F4BE6306E07}" dt="2025-11-04T14:20:48.887" v="346" actId="478"/>
          <ac:spMkLst>
            <pc:docMk/>
            <pc:sldMk cId="2223053478" sldId="259"/>
            <ac:spMk id="7" creationId="{304ED139-4448-49DD-BE50-43BD0B2DD5B2}"/>
          </ac:spMkLst>
        </pc:spChg>
        <pc:spChg chg="add del mod">
          <ac:chgData name="Robertson, Maxwell" userId="9c8e4ba5-7604-444a-8216-80f3db1cc045" providerId="ADAL" clId="{4C4EF8E2-428F-40BA-BE98-0F4BE6306E07}" dt="2025-11-04T14:51:42.045" v="422" actId="478"/>
          <ac:spMkLst>
            <pc:docMk/>
            <pc:sldMk cId="2223053478" sldId="259"/>
            <ac:spMk id="8" creationId="{A7B6D5FF-D55D-48A8-9F16-BF43B98694E8}"/>
          </ac:spMkLst>
        </pc:spChg>
      </pc:sldChg>
      <pc:sldChg chg="addSp delSp modSp add mod modTransition">
        <pc:chgData name="Robertson, Maxwell" userId="9c8e4ba5-7604-444a-8216-80f3db1cc045" providerId="ADAL" clId="{4C4EF8E2-428F-40BA-BE98-0F4BE6306E07}" dt="2025-11-05T14:13:09.995" v="597"/>
        <pc:sldMkLst>
          <pc:docMk/>
          <pc:sldMk cId="2417224211" sldId="260"/>
        </pc:sldMkLst>
        <pc:spChg chg="add del mod">
          <ac:chgData name="Robertson, Maxwell" userId="9c8e4ba5-7604-444a-8216-80f3db1cc045" providerId="ADAL" clId="{4C4EF8E2-428F-40BA-BE98-0F4BE6306E07}" dt="2025-11-05T13:31:04.101" v="543"/>
          <ac:spMkLst>
            <pc:docMk/>
            <pc:sldMk cId="2417224211" sldId="260"/>
            <ac:spMk id="2" creationId="{1D23C5D6-43AA-41C3-9775-8FE17F237E51}"/>
          </ac:spMkLst>
        </pc:spChg>
        <pc:spChg chg="mod">
          <ac:chgData name="Robertson, Maxwell" userId="9c8e4ba5-7604-444a-8216-80f3db1cc045" providerId="ADAL" clId="{4C4EF8E2-428F-40BA-BE98-0F4BE6306E07}" dt="2025-11-04T14:26:26.095" v="385" actId="313"/>
          <ac:spMkLst>
            <pc:docMk/>
            <pc:sldMk cId="2417224211" sldId="260"/>
            <ac:spMk id="4" creationId="{A21FABFB-6904-47D9-8C90-7F0DFE162A50}"/>
          </ac:spMkLst>
        </pc:spChg>
        <pc:spChg chg="del">
          <ac:chgData name="Robertson, Maxwell" userId="9c8e4ba5-7604-444a-8216-80f3db1cc045" providerId="ADAL" clId="{4C4EF8E2-428F-40BA-BE98-0F4BE6306E07}" dt="2025-11-04T14:26:30.936" v="386" actId="478"/>
          <ac:spMkLst>
            <pc:docMk/>
            <pc:sldMk cId="2417224211" sldId="260"/>
            <ac:spMk id="5" creationId="{5036D112-C0CE-480C-B09E-B1DB2DB70F25}"/>
          </ac:spMkLst>
        </pc:spChg>
        <pc:spChg chg="add mod">
          <ac:chgData name="Robertson, Maxwell" userId="9c8e4ba5-7604-444a-8216-80f3db1cc045" providerId="ADAL" clId="{4C4EF8E2-428F-40BA-BE98-0F4BE6306E07}" dt="2025-11-05T14:12:10.059" v="592" actId="14100"/>
          <ac:spMkLst>
            <pc:docMk/>
            <pc:sldMk cId="2417224211" sldId="260"/>
            <ac:spMk id="5" creationId="{ED7988A4-C071-47F9-A268-DA55B2182E2F}"/>
          </ac:spMkLst>
        </pc:spChg>
        <pc:spChg chg="del mod">
          <ac:chgData name="Robertson, Maxwell" userId="9c8e4ba5-7604-444a-8216-80f3db1cc045" providerId="ADAL" clId="{4C4EF8E2-428F-40BA-BE98-0F4BE6306E07}" dt="2025-11-04T14:26:32.056" v="387" actId="478"/>
          <ac:spMkLst>
            <pc:docMk/>
            <pc:sldMk cId="2417224211" sldId="260"/>
            <ac:spMk id="8" creationId="{A7B6D5FF-D55D-48A8-9F16-BF43B98694E8}"/>
          </ac:spMkLst>
        </pc:spChg>
        <pc:graphicFrameChg chg="add mod modGraphic">
          <ac:chgData name="Robertson, Maxwell" userId="9c8e4ba5-7604-444a-8216-80f3db1cc045" providerId="ADAL" clId="{4C4EF8E2-428F-40BA-BE98-0F4BE6306E07}" dt="2025-11-05T13:31:54.110" v="545" actId="14100"/>
          <ac:graphicFrameMkLst>
            <pc:docMk/>
            <pc:sldMk cId="2417224211" sldId="260"/>
            <ac:graphicFrameMk id="3" creationId="{9F59A1EB-0D4C-49E9-9841-5BB3AEF67398}"/>
          </ac:graphicFrameMkLst>
        </pc:graphicFrameChg>
      </pc:sldChg>
      <pc:sldChg chg="addSp modSp add mod modTransition modNotesTx">
        <pc:chgData name="Robertson, Maxwell" userId="9c8e4ba5-7604-444a-8216-80f3db1cc045" providerId="ADAL" clId="{4C4EF8E2-428F-40BA-BE98-0F4BE6306E07}" dt="2025-11-05T14:13:09.995" v="597"/>
        <pc:sldMkLst>
          <pc:docMk/>
          <pc:sldMk cId="2083783445" sldId="261"/>
        </pc:sldMkLst>
        <pc:spChg chg="add">
          <ac:chgData name="Robertson, Maxwell" userId="9c8e4ba5-7604-444a-8216-80f3db1cc045" providerId="ADAL" clId="{4C4EF8E2-428F-40BA-BE98-0F4BE6306E07}" dt="2025-11-05T13:25:04.237" v="516"/>
          <ac:spMkLst>
            <pc:docMk/>
            <pc:sldMk cId="2083783445" sldId="261"/>
            <ac:spMk id="2" creationId="{B95FC04E-CC96-4DEF-8324-1030221CEAAA}"/>
          </ac:spMkLst>
        </pc:spChg>
        <pc:spChg chg="add mod">
          <ac:chgData name="Robertson, Maxwell" userId="9c8e4ba5-7604-444a-8216-80f3db1cc045" providerId="ADAL" clId="{4C4EF8E2-428F-40BA-BE98-0F4BE6306E07}" dt="2025-11-05T13:25:08.991" v="517"/>
          <ac:spMkLst>
            <pc:docMk/>
            <pc:sldMk cId="2083783445" sldId="261"/>
            <ac:spMk id="3" creationId="{15A10C56-FACD-4F65-A480-D4F413F12BEB}"/>
          </ac:spMkLst>
        </pc:spChg>
        <pc:spChg chg="mod">
          <ac:chgData name="Robertson, Maxwell" userId="9c8e4ba5-7604-444a-8216-80f3db1cc045" providerId="ADAL" clId="{4C4EF8E2-428F-40BA-BE98-0F4BE6306E07}" dt="2025-11-05T13:29:22.386" v="529" actId="113"/>
          <ac:spMkLst>
            <pc:docMk/>
            <pc:sldMk cId="2083783445" sldId="261"/>
            <ac:spMk id="5" creationId="{5036D112-C0CE-480C-B09E-B1DB2DB70F25}"/>
          </ac:spMkLst>
        </pc:spChg>
      </pc:sldChg>
      <pc:sldChg chg="delSp modSp add del mod">
        <pc:chgData name="Robertson, Maxwell" userId="9c8e4ba5-7604-444a-8216-80f3db1cc045" providerId="ADAL" clId="{4C4EF8E2-428F-40BA-BE98-0F4BE6306E07}" dt="2025-11-04T14:52:12.078" v="425" actId="47"/>
        <pc:sldMkLst>
          <pc:docMk/>
          <pc:sldMk cId="2876225177" sldId="261"/>
        </pc:sldMkLst>
        <pc:spChg chg="del mod">
          <ac:chgData name="Robertson, Maxwell" userId="9c8e4ba5-7604-444a-8216-80f3db1cc045" providerId="ADAL" clId="{4C4EF8E2-428F-40BA-BE98-0F4BE6306E07}" dt="2025-11-04T14:51:32.525" v="420" actId="478"/>
          <ac:spMkLst>
            <pc:docMk/>
            <pc:sldMk cId="2876225177" sldId="261"/>
            <ac:spMk id="5" creationId="{5036D112-C0CE-480C-B09E-B1DB2DB70F25}"/>
          </ac:spMkLst>
        </pc:spChg>
        <pc:spChg chg="del mod">
          <ac:chgData name="Robertson, Maxwell" userId="9c8e4ba5-7604-444a-8216-80f3db1cc045" providerId="ADAL" clId="{4C4EF8E2-428F-40BA-BE98-0F4BE6306E07}" dt="2025-11-04T14:52:09.308" v="424" actId="478"/>
          <ac:spMkLst>
            <pc:docMk/>
            <pc:sldMk cId="2876225177" sldId="261"/>
            <ac:spMk id="8" creationId="{A7B6D5FF-D55D-48A8-9F16-BF43B98694E8}"/>
          </ac:spMkLst>
        </pc:spChg>
      </pc:sldChg>
      <pc:sldChg chg="addSp delSp modSp add mod modTransition">
        <pc:chgData name="Robertson, Maxwell" userId="9c8e4ba5-7604-444a-8216-80f3db1cc045" providerId="ADAL" clId="{4C4EF8E2-428F-40BA-BE98-0F4BE6306E07}" dt="2025-11-05T14:13:09.995" v="597"/>
        <pc:sldMkLst>
          <pc:docMk/>
          <pc:sldMk cId="138456165" sldId="262"/>
        </pc:sldMkLst>
        <pc:spChg chg="add mod">
          <ac:chgData name="Robertson, Maxwell" userId="9c8e4ba5-7604-444a-8216-80f3db1cc045" providerId="ADAL" clId="{4C4EF8E2-428F-40BA-BE98-0F4BE6306E07}" dt="2025-11-05T14:08:47.393" v="591"/>
          <ac:spMkLst>
            <pc:docMk/>
            <pc:sldMk cId="138456165" sldId="262"/>
            <ac:spMk id="2" creationId="{FFC3B21A-F5C2-43D0-B9DB-5F5AD707AAED}"/>
          </ac:spMkLst>
        </pc:spChg>
        <pc:spChg chg="mod">
          <ac:chgData name="Robertson, Maxwell" userId="9c8e4ba5-7604-444a-8216-80f3db1cc045" providerId="ADAL" clId="{4C4EF8E2-428F-40BA-BE98-0F4BE6306E07}" dt="2025-11-05T13:39:17.686" v="564" actId="20577"/>
          <ac:spMkLst>
            <pc:docMk/>
            <pc:sldMk cId="138456165" sldId="262"/>
            <ac:spMk id="4" creationId="{A21FABFB-6904-47D9-8C90-7F0DFE162A50}"/>
          </ac:spMkLst>
        </pc:spChg>
        <pc:spChg chg="del mod">
          <ac:chgData name="Robertson, Maxwell" userId="9c8e4ba5-7604-444a-8216-80f3db1cc045" providerId="ADAL" clId="{4C4EF8E2-428F-40BA-BE98-0F4BE6306E07}" dt="2025-11-05T13:58:49.241" v="581"/>
          <ac:spMkLst>
            <pc:docMk/>
            <pc:sldMk cId="138456165" sldId="262"/>
            <ac:spMk id="5" creationId="{ED7988A4-C071-47F9-A268-DA55B2182E2F}"/>
          </ac:spMkLst>
        </pc:spChg>
        <pc:graphicFrameChg chg="del mod modGraphic">
          <ac:chgData name="Robertson, Maxwell" userId="9c8e4ba5-7604-444a-8216-80f3db1cc045" providerId="ADAL" clId="{4C4EF8E2-428F-40BA-BE98-0F4BE6306E07}" dt="2025-11-05T13:39:24.379" v="566" actId="478"/>
          <ac:graphicFrameMkLst>
            <pc:docMk/>
            <pc:sldMk cId="138456165" sldId="262"/>
            <ac:graphicFrameMk id="3" creationId="{9F59A1EB-0D4C-49E9-9841-5BB3AEF67398}"/>
          </ac:graphicFrameMkLst>
        </pc:graphicFrameChg>
        <pc:graphicFrameChg chg="add mod">
          <ac:chgData name="Robertson, Maxwell" userId="9c8e4ba5-7604-444a-8216-80f3db1cc045" providerId="ADAL" clId="{4C4EF8E2-428F-40BA-BE98-0F4BE6306E07}" dt="2025-11-05T13:56:13.817" v="578" actId="14100"/>
          <ac:graphicFrameMkLst>
            <pc:docMk/>
            <pc:sldMk cId="138456165" sldId="262"/>
            <ac:graphicFrameMk id="6" creationId="{B9E186D1-91F7-4FFB-A9CB-46EF06429A45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medinaccc-my.sharepoint.com/personal/mc_mrobertson27_mcjvs2_org/Documents/Robertson_Career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Estimated Average Annual Salary (USD)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Sheet2!$A$2:$A$48</c:f>
              <c:numCache>
                <c:formatCode>General</c:formatCode>
                <c:ptCount val="47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  <c:pt idx="21">
                  <c:v>2001</c:v>
                </c:pt>
                <c:pt idx="22">
                  <c:v>2002</c:v>
                </c:pt>
                <c:pt idx="23">
                  <c:v>2003</c:v>
                </c:pt>
                <c:pt idx="24">
                  <c:v>2004</c:v>
                </c:pt>
                <c:pt idx="25">
                  <c:v>2005</c:v>
                </c:pt>
                <c:pt idx="26">
                  <c:v>2006</c:v>
                </c:pt>
                <c:pt idx="27">
                  <c:v>2007</c:v>
                </c:pt>
                <c:pt idx="28">
                  <c:v>2008</c:v>
                </c:pt>
                <c:pt idx="29">
                  <c:v>2009</c:v>
                </c:pt>
                <c:pt idx="30">
                  <c:v>2010</c:v>
                </c:pt>
                <c:pt idx="31">
                  <c:v>2011</c:v>
                </c:pt>
                <c:pt idx="32">
                  <c:v>2012</c:v>
                </c:pt>
                <c:pt idx="33">
                  <c:v>2013</c:v>
                </c:pt>
                <c:pt idx="34">
                  <c:v>2014</c:v>
                </c:pt>
                <c:pt idx="35">
                  <c:v>2015</c:v>
                </c:pt>
                <c:pt idx="36">
                  <c:v>2016</c:v>
                </c:pt>
                <c:pt idx="37">
                  <c:v>2017</c:v>
                </c:pt>
                <c:pt idx="38">
                  <c:v>2018</c:v>
                </c:pt>
                <c:pt idx="39">
                  <c:v>2019</c:v>
                </c:pt>
                <c:pt idx="40">
                  <c:v>2020</c:v>
                </c:pt>
                <c:pt idx="41">
                  <c:v>2021</c:v>
                </c:pt>
                <c:pt idx="42">
                  <c:v>2022</c:v>
                </c:pt>
                <c:pt idx="43">
                  <c:v>2023</c:v>
                </c:pt>
                <c:pt idx="44">
                  <c:v>2024</c:v>
                </c:pt>
                <c:pt idx="45">
                  <c:v>2025</c:v>
                </c:pt>
              </c:numCache>
            </c:numRef>
          </c:cat>
          <c:val>
            <c:numRef>
              <c:f>Sheet2!$B$2:$B$48</c:f>
              <c:numCache>
                <c:formatCode>#,##0</c:formatCode>
                <c:ptCount val="47"/>
                <c:pt idx="0">
                  <c:v>35000</c:v>
                </c:pt>
                <c:pt idx="1">
                  <c:v>36500</c:v>
                </c:pt>
                <c:pt idx="2">
                  <c:v>38000</c:v>
                </c:pt>
                <c:pt idx="3">
                  <c:v>39500</c:v>
                </c:pt>
                <c:pt idx="4">
                  <c:v>41000</c:v>
                </c:pt>
                <c:pt idx="5">
                  <c:v>42000</c:v>
                </c:pt>
                <c:pt idx="6">
                  <c:v>43500</c:v>
                </c:pt>
                <c:pt idx="7">
                  <c:v>45000</c:v>
                </c:pt>
                <c:pt idx="8">
                  <c:v>46500</c:v>
                </c:pt>
                <c:pt idx="9">
                  <c:v>48000</c:v>
                </c:pt>
                <c:pt idx="10">
                  <c:v>50000</c:v>
                </c:pt>
                <c:pt idx="11">
                  <c:v>51000</c:v>
                </c:pt>
                <c:pt idx="12">
                  <c:v>52000</c:v>
                </c:pt>
                <c:pt idx="13">
                  <c:v>53000</c:v>
                </c:pt>
                <c:pt idx="14">
                  <c:v>54000</c:v>
                </c:pt>
                <c:pt idx="15">
                  <c:v>58000</c:v>
                </c:pt>
                <c:pt idx="16">
                  <c:v>61000</c:v>
                </c:pt>
                <c:pt idx="17">
                  <c:v>64000</c:v>
                </c:pt>
                <c:pt idx="18">
                  <c:v>67000</c:v>
                </c:pt>
                <c:pt idx="19">
                  <c:v>70000</c:v>
                </c:pt>
                <c:pt idx="20">
                  <c:v>65000</c:v>
                </c:pt>
                <c:pt idx="21">
                  <c:v>66000</c:v>
                </c:pt>
                <c:pt idx="22">
                  <c:v>67000</c:v>
                </c:pt>
                <c:pt idx="23">
                  <c:v>68000</c:v>
                </c:pt>
                <c:pt idx="24">
                  <c:v>69000</c:v>
                </c:pt>
                <c:pt idx="25">
                  <c:v>70000</c:v>
                </c:pt>
                <c:pt idx="26">
                  <c:v>71000</c:v>
                </c:pt>
                <c:pt idx="27">
                  <c:v>72000</c:v>
                </c:pt>
                <c:pt idx="28">
                  <c:v>73000</c:v>
                </c:pt>
                <c:pt idx="29">
                  <c:v>74000</c:v>
                </c:pt>
                <c:pt idx="30">
                  <c:v>75000</c:v>
                </c:pt>
                <c:pt idx="31">
                  <c:v>76400</c:v>
                </c:pt>
                <c:pt idx="32">
                  <c:v>77800</c:v>
                </c:pt>
                <c:pt idx="33">
                  <c:v>79200</c:v>
                </c:pt>
                <c:pt idx="34">
                  <c:v>80600</c:v>
                </c:pt>
                <c:pt idx="35">
                  <c:v>82000</c:v>
                </c:pt>
                <c:pt idx="36">
                  <c:v>84660</c:v>
                </c:pt>
                <c:pt idx="37">
                  <c:v>87320</c:v>
                </c:pt>
                <c:pt idx="38">
                  <c:v>89980</c:v>
                </c:pt>
                <c:pt idx="39">
                  <c:v>92640</c:v>
                </c:pt>
                <c:pt idx="40">
                  <c:v>90000</c:v>
                </c:pt>
                <c:pt idx="41">
                  <c:v>92075</c:v>
                </c:pt>
                <c:pt idx="42">
                  <c:v>94150</c:v>
                </c:pt>
                <c:pt idx="43">
                  <c:v>96225</c:v>
                </c:pt>
                <c:pt idx="44">
                  <c:v>98300</c:v>
                </c:pt>
                <c:pt idx="45">
                  <c:v>99300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D4-4377-8A1D-1AE779C2AF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8372560"/>
        <c:axId val="588379216"/>
      </c:lineChart>
      <c:catAx>
        <c:axId val="588372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8379216"/>
        <c:crosses val="autoZero"/>
        <c:auto val="1"/>
        <c:lblAlgn val="ctr"/>
        <c:lblOffset val="100"/>
        <c:noMultiLvlLbl val="0"/>
      </c:catAx>
      <c:valAx>
        <c:axId val="588379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8372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17F6F-3D8F-4731-8F31-CF66207146A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F2AA1D-09C6-4DC7-95A5-5630E2E8D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94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Data Cleaning and Preparation (ETL) Raw data is often messy, incomplete, or inconsistent. Data Analysts spend a significant amount of time making sure the data is accurate and ready for analysis.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Analysis and Interpretation This is the process of applying statistical methods to uncover the "story" the data is telling.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Visualization and Reporting The analysis is only valuable if it can be understood by non-technical decision-makers. Data Analysts translate complex findings into clear, digestible formats.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2AA1D-09C6-4DC7-95A5-5630E2E8DA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95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Minimum requirement for Data Analysist is a Bachelor's Degree in a quantitative field such as Computer Science, Statistics, Mathematics, Economics, or Information Technology.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Recommended is a Master's Degree or relevant certifications (e.g., in Business Analytics, Data Science, or specialized platforms like Tableau/Power BI) for more competitive or senior roles.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2AA1D-09C6-4DC7-95A5-5630E2E8DA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3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Technical Skills. These are the hard skills needed to manipulate, analyze, and visualize data. </a:t>
            </a:r>
          </a:p>
          <a:p>
            <a:endParaRPr lang="en-US" sz="1200" dirty="0"/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SQL (Structured Query Language): The foundational skill for data analysts. Necessary for querying, retrieving, and manipulating data stored in relational databases.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/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Programming (Python or R): Used for advanced data analysis, statistical modeling, automation, and complex data cleaning tasks. Python (with libraries like Pandas and NumPy) is often preferred for its versatility. 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/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Data Visualization Tools (Tableau or Power BI): Essential for designing and creating clear, interactive dashboards and reports to communicate findings effectively to stakeholders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2AA1D-09C6-4DC7-95A5-5630E2E8DA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87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Soft Skills. These are crucial for translating technical findings into business value and working effectively within a team.</a:t>
            </a:r>
          </a:p>
          <a:p>
            <a:endParaRPr lang="en-US" sz="1200" dirty="0"/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Critical Thinking: The ability to look at data objectively, identify underlying causes of trends or problems, and formulate relevant business questions.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/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Communication: The skill to clearly explain complex technical findings and statistical concepts to non-technical audiences, both verbally and in writing (reports/presentations).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/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Problem-Solving: The capacity to approach a business problem, determine the appropriate data sources and methods to analyze it, and persevere through data quality or analytical challenges.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2AA1D-09C6-4DC7-95A5-5630E2E8DA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18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2AA1D-09C6-4DC7-95A5-5630E2E8DA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40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2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00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03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49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1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81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42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72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83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79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10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86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89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86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70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0271834-E6E5-48A6-ABD8-F014CAC8224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B267126-2738-42E4-9134-523267FEC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10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rsera.org/articles/how-much-do-data-analysts-make-salary-guid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ls.gov/ooh/math/data-scientists.htm#tab-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4E9A-1653-4711-9AC8-1AA548D6C4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Analyst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57ADB-53AC-45E2-BAFF-686E52EE9E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Maxwell Robertson 2025</a:t>
            </a:r>
          </a:p>
        </p:txBody>
      </p:sp>
    </p:spTree>
    <p:extLst>
      <p:ext uri="{BB962C8B-B14F-4D97-AF65-F5344CB8AC3E}">
        <p14:creationId xmlns:p14="http://schemas.microsoft.com/office/powerpoint/2010/main" val="157883741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4E9A-1653-4711-9AC8-1AA548D6C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740663"/>
            <a:ext cx="5312664" cy="7101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What do they 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29B85-0122-4C7E-8920-D90DB8CA57A0}"/>
              </a:ext>
            </a:extLst>
          </p:cNvPr>
          <p:cNvSpPr txBox="1"/>
          <p:nvPr/>
        </p:nvSpPr>
        <p:spPr>
          <a:xfrm flipH="1">
            <a:off x="557783" y="1911096"/>
            <a:ext cx="9966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Data Cleaning and Preparation. Data Analysts makes sure the data is accurate and ready for analysis.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Analysis and Interpretation is the process of applying statistical methods to show the story the data is telling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Analysts ensure analysis is valuable by translating complex data findings into clear, digestible visualizations and reports for non-technical decision-makers.</a:t>
            </a:r>
          </a:p>
        </p:txBody>
      </p:sp>
    </p:spTree>
    <p:extLst>
      <p:ext uri="{BB962C8B-B14F-4D97-AF65-F5344CB8AC3E}">
        <p14:creationId xmlns:p14="http://schemas.microsoft.com/office/powerpoint/2010/main" val="197732427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209D773-746F-453F-9503-1358EF856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740663"/>
            <a:ext cx="3355848" cy="7101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Education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C8FCDD-44DC-4E68-A7EA-707C9BC09847}"/>
              </a:ext>
            </a:extLst>
          </p:cNvPr>
          <p:cNvSpPr txBox="1"/>
          <p:nvPr/>
        </p:nvSpPr>
        <p:spPr>
          <a:xfrm flipH="1">
            <a:off x="557783" y="1911096"/>
            <a:ext cx="99669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A Data Analyst requires at least a Bachelor's Degree in a quantitative field (e.g., Computer Science, Statistics, or Mathematics).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For competitive or senior roles, a Master's Degree or relevant certifications (like those in Data Science or Tableau) is recommended.</a:t>
            </a:r>
          </a:p>
        </p:txBody>
      </p:sp>
    </p:spTree>
    <p:extLst>
      <p:ext uri="{BB962C8B-B14F-4D97-AF65-F5344CB8AC3E}">
        <p14:creationId xmlns:p14="http://schemas.microsoft.com/office/powerpoint/2010/main" val="253499085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FABFB-6904-47D9-8C90-7F0DFE162A50}"/>
              </a:ext>
            </a:extLst>
          </p:cNvPr>
          <p:cNvSpPr txBox="1">
            <a:spLocks/>
          </p:cNvSpPr>
          <p:nvPr/>
        </p:nvSpPr>
        <p:spPr>
          <a:xfrm>
            <a:off x="274320" y="740663"/>
            <a:ext cx="7168896" cy="7101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300" dirty="0"/>
              <a:t>Skills &amp;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6D112-C0CE-480C-B09E-B1DB2DB70F25}"/>
              </a:ext>
            </a:extLst>
          </p:cNvPr>
          <p:cNvSpPr txBox="1"/>
          <p:nvPr/>
        </p:nvSpPr>
        <p:spPr>
          <a:xfrm flipH="1">
            <a:off x="274320" y="1720840"/>
            <a:ext cx="476402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Technical Skills. These are the hard skills needed to manipulate, analyze, and visualize data. </a:t>
            </a:r>
          </a:p>
          <a:p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SQL (Structured Query Language) is the foundational skill for querying and manipulating data in relational databases.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/>
              <a:t>Programming Python is </a:t>
            </a:r>
            <a:r>
              <a:rPr lang="en-US" sz="1400" dirty="0"/>
              <a:t>used for advanced data analysis, statistical modeling, and complex data cleaning, with Python often preferred for its versatility.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Data Visualization (Tableau/Power BI): Key for building interactive dashboards and reports to share insights clearly.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5347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FABFB-6904-47D9-8C90-7F0DFE162A50}"/>
              </a:ext>
            </a:extLst>
          </p:cNvPr>
          <p:cNvSpPr txBox="1">
            <a:spLocks/>
          </p:cNvSpPr>
          <p:nvPr/>
        </p:nvSpPr>
        <p:spPr>
          <a:xfrm>
            <a:off x="274320" y="740663"/>
            <a:ext cx="7168896" cy="7101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300" dirty="0"/>
              <a:t>Skills &amp;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6D112-C0CE-480C-B09E-B1DB2DB70F25}"/>
              </a:ext>
            </a:extLst>
          </p:cNvPr>
          <p:cNvSpPr txBox="1"/>
          <p:nvPr/>
        </p:nvSpPr>
        <p:spPr>
          <a:xfrm flipH="1">
            <a:off x="274320" y="1720840"/>
            <a:ext cx="476402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Soft Skills. These are crucial for translating technical findings into business value and working effectively within a team.</a:t>
            </a:r>
          </a:p>
          <a:p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Critical thinking is the objective analysis of data to identify underlying causes and formulate relevant business questions.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Effectively communicate complex technical and statistical information to non-technical audiences through both written and verbal channels.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Problem-Solving: The ability to identify, analyze, and overcome business challenges using relevant data and methods, even amidst difficulties.</a:t>
            </a:r>
            <a:endParaRPr lang="en-US" sz="105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5FC04E-CC96-4DEF-8324-1030221CE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Problem-Solving: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The ability to identify, analyze, and overcome business challenges using relevant data and methods, even amidst difficulties.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A10C56-FACD-4F65-A480-D4F413F12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Problem-Solving: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B1C1D"/>
                </a:solidFill>
                <a:effectLst/>
                <a:latin typeface="Google Sans Text"/>
              </a:rPr>
              <a:t> The ability to identify, analyze, and overcome business challenges using relevant data and methods, even amidst difficulties.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78344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FABFB-6904-47D9-8C90-7F0DFE162A50}"/>
              </a:ext>
            </a:extLst>
          </p:cNvPr>
          <p:cNvSpPr txBox="1">
            <a:spLocks/>
          </p:cNvSpPr>
          <p:nvPr/>
        </p:nvSpPr>
        <p:spPr>
          <a:xfrm>
            <a:off x="274320" y="740663"/>
            <a:ext cx="7168896" cy="7101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300" dirty="0"/>
              <a:t>Salary snapshot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59A1EB-0D4C-49E9-9841-5BB3AEF67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208208"/>
              </p:ext>
            </p:extLst>
          </p:nvPr>
        </p:nvGraphicFramePr>
        <p:xfrm>
          <a:off x="274320" y="2249714"/>
          <a:ext cx="9419935" cy="31060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303">
                  <a:extLst>
                    <a:ext uri="{9D8B030D-6E8A-4147-A177-3AD203B41FA5}">
                      <a16:colId xmlns:a16="http://schemas.microsoft.com/office/drawing/2014/main" val="1798761712"/>
                    </a:ext>
                  </a:extLst>
                </a:gridCol>
                <a:gridCol w="3191641">
                  <a:extLst>
                    <a:ext uri="{9D8B030D-6E8A-4147-A177-3AD203B41FA5}">
                      <a16:colId xmlns:a16="http://schemas.microsoft.com/office/drawing/2014/main" val="3096876305"/>
                    </a:ext>
                  </a:extLst>
                </a:gridCol>
                <a:gridCol w="2387991">
                  <a:extLst>
                    <a:ext uri="{9D8B030D-6E8A-4147-A177-3AD203B41FA5}">
                      <a16:colId xmlns:a16="http://schemas.microsoft.com/office/drawing/2014/main" val="440500549"/>
                    </a:ext>
                  </a:extLst>
                </a:gridCol>
              </a:tblGrid>
              <a:tr h="203485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Experience Level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Typical Years of Experience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Approximate Base Salary Range (USD)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26249"/>
                  </a:ext>
                </a:extLst>
              </a:tr>
              <a:tr h="3817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Entry-Level Analyst</a:t>
                      </a:r>
                      <a:endParaRPr lang="en-US" sz="18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0 – 2 years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$60,000 – $80,000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213588"/>
                  </a:ext>
                </a:extLst>
              </a:tr>
              <a:tr h="68949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Mid-Level Analyst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3 – 5 years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$80,000 – $110,000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2906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D7988A4-C071-47F9-A268-DA55B2182E2F}"/>
              </a:ext>
            </a:extLst>
          </p:cNvPr>
          <p:cNvSpPr txBox="1"/>
          <p:nvPr/>
        </p:nvSpPr>
        <p:spPr>
          <a:xfrm>
            <a:off x="274319" y="5950857"/>
            <a:ext cx="941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https://www.coursera.org/articles/how-much-do-data-analysts-make-salary-guide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22421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FABFB-6904-47D9-8C90-7F0DFE162A50}"/>
              </a:ext>
            </a:extLst>
          </p:cNvPr>
          <p:cNvSpPr txBox="1">
            <a:spLocks/>
          </p:cNvSpPr>
          <p:nvPr/>
        </p:nvSpPr>
        <p:spPr>
          <a:xfrm>
            <a:off x="274320" y="740663"/>
            <a:ext cx="7168896" cy="7101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300" dirty="0"/>
              <a:t>Trend chart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9E186D1-91F7-4FFB-A9CB-46EF06429A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5978342"/>
              </p:ext>
            </p:extLst>
          </p:nvPr>
        </p:nvGraphicFramePr>
        <p:xfrm>
          <a:off x="643273" y="1450848"/>
          <a:ext cx="9095813" cy="45000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FC3B21A-F5C2-43D0-B9DB-5F5AD707AAED}"/>
              </a:ext>
            </a:extLst>
          </p:cNvPr>
          <p:cNvSpPr txBox="1"/>
          <p:nvPr/>
        </p:nvSpPr>
        <p:spPr>
          <a:xfrm>
            <a:off x="943429" y="6291710"/>
            <a:ext cx="6620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https://www.bls.gov/ooh/math/data-scientists.htm#tab-5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56165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DD1DAD52-B525-46B5-8E87-60EE23581B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166</TotalTime>
  <Words>776</Words>
  <Application>Microsoft Office PowerPoint</Application>
  <PresentationFormat>Widescreen</PresentationFormat>
  <Paragraphs>71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Google Sans Text</vt:lpstr>
      <vt:lpstr>Mesh</vt:lpstr>
      <vt:lpstr>Data Analyst</vt:lpstr>
      <vt:lpstr>What do they do</vt:lpstr>
      <vt:lpstr>Education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Robertson, Maxwell</dc:creator>
  <cp:lastModifiedBy>Robertson, Maxwell</cp:lastModifiedBy>
  <cp:revision>12</cp:revision>
  <dcterms:created xsi:type="dcterms:W3CDTF">2025-11-04T13:52:54Z</dcterms:created>
  <dcterms:modified xsi:type="dcterms:W3CDTF">2025-11-05T14:13:45Z</dcterms:modified>
</cp:coreProperties>
</file>